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>
        <p:scale>
          <a:sx n="75" d="100"/>
          <a:sy n="75" d="100"/>
        </p:scale>
        <p:origin x="166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7A95E-40E7-7512-40D2-AEA55AE6C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0365C5B-2BBE-D933-C748-3AA6050C5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42615D-ADC6-54B5-5328-85E6664D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836C8-ECAA-66B3-FEA7-56D80BDB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4EAF8E-8204-6122-27E5-9993EDEB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77065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5BE7E0-1C90-E4DE-3BE4-3619682E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196F26-84A5-5432-A6B6-6E5F6EFD2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E77879-E7CA-961B-5AFA-403C39EB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84B361-5E87-3208-F3BB-39494022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ACD095-D889-38BF-A9B3-F66DA5D9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800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21FC5D-CFFB-3E82-ACEB-3069B764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FA2CF1-75AB-5A8D-D47E-736BFF963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6E3403-E66B-FCD8-588D-6EF5036A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CF666A-63C5-40B0-D0B0-ECF86B5E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2B606A-8057-45E7-E24E-6FE6C598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9948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C3B45D-8839-2564-7305-919F8F24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EDFDC1-1222-5123-3597-A7B7C7024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E2C02B-0FDB-9468-F00A-EF13B2DE3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D9D6449-1DD7-880A-F648-E1AC6270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E0F83A-133C-5144-A52B-D71631F6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B23EA2-67C2-58DA-1A7E-7E223BEE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9005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2BD7FD-EDC0-C1F2-753B-BF15B6CB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829698-BDE4-45BB-7231-7F26CF414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048190-8EE2-9439-FD44-3E9AA78B7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3E42EBF-69EF-9C76-0E6D-BD98A4D015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DF698FA-FC83-A5A5-A414-F273056E5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5F39FB4-F671-E385-82C5-C818C027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EAC409-CC4F-B6AA-6022-CD9215378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A4B8618-910E-109F-DA12-57267A56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0965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6DB3B6-AF67-A50C-D911-63473898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39D1FD-E7EB-18C9-DCFF-346B84251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59708E-86D1-5638-A212-AB143062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89E96B-9559-3899-B4FD-8D3966EA4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3253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D16072E-29E1-3C94-8690-F0EE61702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373F63E-125F-4DAF-83B0-414EA93C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42972E-0603-B45F-F2DB-C6B7373B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14477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B3911C-127F-AF41-7D35-EE35A947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BEFD15-131F-9DB1-D76E-C85273A37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010D86-4B75-5686-16D5-96E263744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A70FD8-39A2-0398-E26E-C72EA98A1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C0F8BB6-8634-C09F-21D3-C3B62A028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BE9C7B-EA46-5A69-3E96-6C4ADBE52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18079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9BBA0-EA5D-30E7-787F-E17DFA3D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C0D3F6-5A1A-4B34-A4D8-CA1C1D3AD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0D586E-7A0A-9A06-45E9-1A5DDC57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BD2822-8B00-8954-01CB-09E944887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7825A0-74FE-9F2A-CCC1-3DFA0BA4E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EEA5C3-5150-D34F-B840-89C779BA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8411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32E8B3-BB7B-8F09-D2E7-55912B7F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DDD9AB-0DE0-CBDF-22AF-42BE552D3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2113D8-D040-7F7D-9598-E26F0B94E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9E2B89-6290-699D-138D-473365CB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EBCC7D-0952-FECC-2D96-6361AE05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7260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C48988D-5A6D-7B1D-210D-729A197D2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D45109-40B8-532E-61D6-250A3E057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3E30BD-0670-2FAF-6A98-9089364D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F69D13-E0E8-4B22-7CDA-4D3D66E2B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9971A1-ED84-6CFB-328C-15F779FB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454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1874D13-2DC1-DB96-DCD8-5B8BC537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940B88-06BD-208B-B46C-F80E702C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69DC0C-F8D8-A1B1-D15E-986092E2A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413C5-1CBA-4F1E-9F3E-545BD7F595A5}" type="datetimeFigureOut">
              <a:rPr lang="de-AT" smtClean="0"/>
              <a:t>19.12.2025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0E2801-1CFD-EDBE-1F21-0E861CD17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881639-4CFC-B233-D2B9-E2D29EA95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80F89-FDBD-45F4-8905-E09D72906A3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84093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ine digitale Waage, die Kreise verwendet">
            <a:extLst>
              <a:ext uri="{FF2B5EF4-FFF2-40B4-BE49-F238E27FC236}">
                <a16:creationId xmlns:a16="http://schemas.microsoft.com/office/drawing/2014/main" id="{0C987679-A7E6-3CF0-67ED-15D0D14DFE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702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83CF553-C4BC-EE9A-C78B-1DCE23484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Esp32 Waage</a:t>
            </a:r>
            <a:br>
              <a:rPr lang="de-AT">
                <a:solidFill>
                  <a:srgbClr val="FFFFFF"/>
                </a:solidFill>
              </a:rPr>
            </a:br>
            <a:r>
              <a:rPr lang="de-AT">
                <a:solidFill>
                  <a:srgbClr val="FFFFFF"/>
                </a:solidFill>
              </a:rPr>
              <a:t>mit Rezeptapp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AD46492-7BF5-F258-79F9-9F8C21C83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Lampert Mathias</a:t>
            </a:r>
          </a:p>
        </p:txBody>
      </p:sp>
    </p:spTree>
    <p:extLst>
      <p:ext uri="{BB962C8B-B14F-4D97-AF65-F5344CB8AC3E}">
        <p14:creationId xmlns:p14="http://schemas.microsoft.com/office/powerpoint/2010/main" val="3041244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C08AC7-685C-3F77-7303-B4786708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de-AT" sz="4000"/>
              <a:t>Projektdetails (1/3)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392182-0A79-20D2-1E4F-B50D32B08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de-DE" sz="2000" b="1"/>
              <a:t>1. Zielsetzung &amp; Hardware</a:t>
            </a:r>
          </a:p>
          <a:p>
            <a:pPr lvl="1"/>
            <a:r>
              <a:rPr lang="de-DE" sz="2000" b="1"/>
              <a:t>Kernaufgabe:</a:t>
            </a:r>
            <a:r>
              <a:rPr lang="de-DE" sz="2000"/>
              <a:t> Entwicklung einer digitalen Waage zur Echtzeit-Gewichtserfassung.</a:t>
            </a:r>
          </a:p>
          <a:p>
            <a:pPr lvl="1"/>
            <a:r>
              <a:rPr lang="de-DE" sz="2000" b="1"/>
              <a:t>Hardware-Basis:</a:t>
            </a:r>
            <a:endParaRPr lang="de-DE" sz="2000"/>
          </a:p>
          <a:p>
            <a:pPr lvl="2"/>
            <a:r>
              <a:rPr lang="de-DE" b="1"/>
              <a:t>Wägezelle</a:t>
            </a:r>
            <a:r>
              <a:rPr lang="de-DE" b="1" dirty="0"/>
              <a:t>:</a:t>
            </a:r>
            <a:r>
              <a:rPr lang="de-DE" dirty="0"/>
              <a:t> Erfassung der mechanischen Kraft.</a:t>
            </a:r>
          </a:p>
          <a:p>
            <a:pPr lvl="2"/>
            <a:r>
              <a:rPr lang="de-DE" b="1" dirty="0"/>
              <a:t>Eigenbau-Verstärker:</a:t>
            </a:r>
            <a:r>
              <a:rPr lang="de-DE" dirty="0"/>
              <a:t> Aufbereitung des schwachen Analogsignals.</a:t>
            </a:r>
          </a:p>
          <a:p>
            <a:pPr lvl="2"/>
            <a:r>
              <a:rPr lang="de-DE" b="1" dirty="0"/>
              <a:t>ESP32-C3:</a:t>
            </a:r>
            <a:r>
              <a:rPr lang="de-DE" dirty="0"/>
              <a:t> Auswertung via ADC (Analog-Digital-Wandler) und Steuerung.</a:t>
            </a:r>
          </a:p>
          <a:p>
            <a:endParaRPr lang="de-AT" sz="2000"/>
          </a:p>
        </p:txBody>
      </p:sp>
      <p:pic>
        <p:nvPicPr>
          <p:cNvPr id="17" name="Picture 16" descr="Nahaufnahme eines Mischpults">
            <a:extLst>
              <a:ext uri="{FF2B5EF4-FFF2-40B4-BE49-F238E27FC236}">
                <a16:creationId xmlns:a16="http://schemas.microsoft.com/office/drawing/2014/main" id="{D514D6DE-EC03-1A45-B53D-7F23257E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47" r="30216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552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5ECA0F-FA48-924F-8A00-AF59B34C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de-AT" sz="4000"/>
              <a:t>Projektdetails (2/3)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D8A8C3-D3F0-6C98-DBB7-DBB04C3B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de-DE" sz="2000" b="1"/>
              <a:t>2. Signalverarbeitung &amp; Software</a:t>
            </a:r>
          </a:p>
          <a:p>
            <a:pPr lvl="1"/>
            <a:r>
              <a:rPr lang="de-DE" sz="2000" b="1"/>
              <a:t>Kalibrierung:</a:t>
            </a:r>
            <a:r>
              <a:rPr lang="de-DE" sz="2000"/>
              <a:t> Umrechnung von ADC-Werten in Gramm (Ziel: 1–2 Nachkommastellen).</a:t>
            </a:r>
          </a:p>
          <a:p>
            <a:pPr lvl="1"/>
            <a:r>
              <a:rPr lang="de-DE" sz="2000" b="1"/>
              <a:t>Tara-Funktion:</a:t>
            </a:r>
            <a:r>
              <a:rPr lang="de-DE" sz="2000"/>
              <a:t> Nullstellen des Gewichts via physischem Button oder App.</a:t>
            </a:r>
          </a:p>
          <a:p>
            <a:pPr lvl="1"/>
            <a:r>
              <a:rPr lang="de-DE" sz="2000" b="1"/>
              <a:t>Stabilität:</a:t>
            </a:r>
            <a:r>
              <a:rPr lang="de-DE" sz="2000"/>
              <a:t> Fokus auf präzise Signalaufbereitung und Rauschunterdrückung.</a:t>
            </a:r>
          </a:p>
          <a:p>
            <a:endParaRPr lang="de-AT" sz="2000"/>
          </a:p>
        </p:txBody>
      </p:sp>
      <p:pic>
        <p:nvPicPr>
          <p:cNvPr id="4" name="Picture 10" descr="Nahaufnahme eines Mischpults">
            <a:extLst>
              <a:ext uri="{FF2B5EF4-FFF2-40B4-BE49-F238E27FC236}">
                <a16:creationId xmlns:a16="http://schemas.microsoft.com/office/drawing/2014/main" id="{7E7252EA-4E5A-5CBC-006A-8A1B100347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95" r="3046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75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7BB11C-054F-304E-BDAB-412FA683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de-AT" sz="4000"/>
              <a:t>Projektdetails (3/3)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25114D-9803-E302-0432-230EF15A3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de-AT" sz="2000" b="1"/>
              <a:t>3. Konnektivität &amp; Visualisierung</a:t>
            </a:r>
          </a:p>
          <a:p>
            <a:pPr lvl="1"/>
            <a:r>
              <a:rPr lang="de-AT" sz="2000" b="1"/>
              <a:t>Drahtlose Übertragung:</a:t>
            </a:r>
            <a:r>
              <a:rPr lang="de-AT" sz="2000"/>
              <a:t> Datentransfer via </a:t>
            </a:r>
            <a:r>
              <a:rPr lang="de-AT" sz="2000" b="1"/>
              <a:t>Bluetooth Low Energy (BLE)</a:t>
            </a:r>
            <a:r>
              <a:rPr lang="de-AT" sz="2000"/>
              <a:t> oder </a:t>
            </a:r>
            <a:r>
              <a:rPr lang="de-AT" sz="2000" b="1"/>
              <a:t>Wi-Fi</a:t>
            </a:r>
            <a:r>
              <a:rPr lang="de-AT" sz="2000"/>
              <a:t>.</a:t>
            </a:r>
          </a:p>
          <a:p>
            <a:pPr lvl="1"/>
            <a:r>
              <a:rPr lang="de-AT" sz="2000" b="1"/>
              <a:t>Endgerät:</a:t>
            </a:r>
            <a:r>
              <a:rPr lang="de-AT" sz="2000"/>
              <a:t> Anzeige der Werte auf einer Android-App oder einem Smartphone.</a:t>
            </a:r>
          </a:p>
          <a:p>
            <a:pPr lvl="1"/>
            <a:r>
              <a:rPr lang="de-AT" sz="2000" b="1"/>
              <a:t>Echtzeit-Monitoring:</a:t>
            </a:r>
            <a:r>
              <a:rPr lang="de-AT" sz="2000"/>
              <a:t> Kontinuierliche Übermittlung der Messdaten zur Visualisierung.</a:t>
            </a:r>
          </a:p>
          <a:p>
            <a:endParaRPr lang="de-AT" sz="2000"/>
          </a:p>
        </p:txBody>
      </p:sp>
      <p:pic>
        <p:nvPicPr>
          <p:cNvPr id="6" name="Picture 4" descr="Mobilgerät mit Apps">
            <a:extLst>
              <a:ext uri="{FF2B5EF4-FFF2-40B4-BE49-F238E27FC236}">
                <a16:creationId xmlns:a16="http://schemas.microsoft.com/office/drawing/2014/main" id="{B3AB9A6E-22A3-A5F1-46F5-7B862B8B63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45" r="8372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8613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5DF169F-5291-A1CE-DCB2-51864EFD9B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screen-20251219-095755">
            <a:hlinkClick r:id="" action="ppaction://media"/>
            <a:extLst>
              <a:ext uri="{FF2B5EF4-FFF2-40B4-BE49-F238E27FC236}">
                <a16:creationId xmlns:a16="http://schemas.microsoft.com/office/drawing/2014/main" id="{35E502E7-27DA-8E73-15BF-B89F0BC862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72490" y="0"/>
            <a:ext cx="30146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5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7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5DAB853-F93C-9B2B-BF57-6FF4CAB2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Vielen Dank für eure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333586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Breitbild</PresentationFormat>
  <Paragraphs>20</Paragraphs>
  <Slides>6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Esp32 Waage mit Rezeptapp</vt:lpstr>
      <vt:lpstr>Projektdetails (1/3)</vt:lpstr>
      <vt:lpstr>Projektdetails (2/3)</vt:lpstr>
      <vt:lpstr>Projektdetails (3/3)</vt:lpstr>
      <vt:lpstr>PowerPoint-Präsentation</vt:lpstr>
      <vt:lpstr>Vielen Dank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LAMPERT Mathias</dc:creator>
  <cp:lastModifiedBy>LAMPERT Mathias</cp:lastModifiedBy>
  <cp:revision>1</cp:revision>
  <dcterms:created xsi:type="dcterms:W3CDTF">2025-12-19T08:59:29Z</dcterms:created>
  <dcterms:modified xsi:type="dcterms:W3CDTF">2025-12-19T09:32:04Z</dcterms:modified>
</cp:coreProperties>
</file>
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Tetris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Rupp Arian</a:t>
            </a:r>
            <a:br/>
            <a:r>
              <a:t>Lampert Mathias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Projekt-Übersicht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Ziel:</a:t>
            </a:r>
            <a:br/>
            <a:r>
              <a:t>- Vollständiges Tetris-Spiel auf ESP32-S3</a:t>
            </a:r>
            <a:br/>
            <a:r>
              <a:t>- LED-Matrix + OLED</a:t>
            </a:r>
            <a:br/>
            <a:br/>
            <a:r>
              <a:t>Hardware:</a:t>
            </a:r>
            <a:br/>
            <a:r>
              <a:t>- ESP32-S3</a:t>
            </a:r>
            <a:br/>
            <a:r>
              <a:t>- WS2812B 16x24</a:t>
            </a:r>
            <a:br/>
            <a:r>
              <a:t>- SSD1306 OLED</a:t>
            </a:r>
            <a:br/>
            <a:r>
              <a:t>- 4 Buttons</a:t>
            </a:r>
            <a:br/>
            <a:br/>
            <a:r>
              <a:t>Software:</a:t>
            </a:r>
            <a:br/>
            <a:r>
              <a:t>- ESP-IDF, FreeRTOS</a:t>
            </a:r>
            <a:br/>
            <a:r>
              <a:t>- C (~2000 Zeilen)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Ursprüngliche Planung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Core Features:</a:t>
            </a:r>
            <a:br/>
            <a:r>
              <a:t>- Tetrominos + Rotation</a:t>
            </a:r>
            <a:br/>
            <a:r>
              <a:t>- Kollision</a:t>
            </a:r>
            <a:br/>
            <a:r>
              <a:t>- Zeilen-Clear</a:t>
            </a:r>
            <a:br/>
            <a:r>
              <a:t>- Rendering</a:t>
            </a:r>
            <a:br/>
            <a:r>
              <a:t>- Controls</a:t>
            </a:r>
            <a:br/>
            <a:br/>
            <a:r>
              <a:t>Nice-to-have:</a:t>
            </a:r>
            <a:br/>
            <a:r>
              <a:t>- WiFi</a:t>
            </a:r>
            <a:br/>
            <a:r>
              <a:t>- Webserver</a:t>
            </a:r>
            <a:br/>
            <a:r>
              <a:t>- Preview</a:t>
            </a:r>
            <a:br/>
            <a:r>
              <a:t>- Pause</a:t>
            </a:r>
            <a:br/>
            <a:br/>
            <a:r>
              <a:t>Zeitplan:</a:t>
            </a:r>
            <a:br/>
            <a:r>
              <a:t>Geplant: 3 Wochen</a:t>
            </a:r>
            <a:br/>
            <a:r>
              <a:t>Tatsächlich: 4 Wochen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System-Design:</a:t>
            </a:r>
            <a:br/>
            <a:r>
              <a:t>- GameLoop</a:t>
            </a:r>
            <a:br/>
            <a:r>
              <a:t>- Controls</a:t>
            </a:r>
            <a:br/>
            <a:r>
              <a:t>- Grid</a:t>
            </a:r>
            <a:br/>
            <a:r>
              <a:t>- Blocks</a:t>
            </a:r>
            <a:br/>
            <a:r>
              <a:t>- Score</a:t>
            </a:r>
            <a:br/>
            <a:r>
              <a:t>- Display &amp; LEDs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4.1 ISR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// ISR: Minimale Verarbeitung, nur Queue Push</a:t>
            </a:r>
            <a:br/>
            <a:r>
              <a:t>static void IRAM_ATTR gpio_isr_handler(void *arg) {</a:t>
            </a:r>
            <a:br/>
            <a:r>
              <a:t>    gpio_num_t gpio = (gpio_num_t)(intptr_t)arg;</a:t>
            </a:r>
            <a:br/>
            <a:r>
              <a:t>    BaseType_t xHigherPriorityTaskWoken = pdFALSE;</a:t>
            </a:r>
            <a:br/>
            <a:br/>
            <a:r>
              <a:t>    xQueueSendFromISR(s_button_queue, &amp;gpio,</a:t>
            </a:r>
            <a:br/>
            <a:r>
              <a:t>                      &amp;xHigherPriorityTaskWoken);</a:t>
            </a:r>
            <a:br/>
            <a:br/>
            <a:r>
              <a:t>    if (xHigherPriorityTaskWoken) {</a:t>
            </a:r>
            <a:br/>
            <a:r>
              <a:t>        portYIELD_FROM_ISR();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4.1 Debounce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bool controls_get_event(gpio_num_t *out_gpio) {</a:t>
            </a:r>
            <a:br/>
            <a:r>
              <a:t>    gpio_num_t g;</a:t>
            </a:r>
            <a:br/>
            <a:r>
              <a:t>    if (xQueueReceive(s_button_queue, &amp;g, 0) == pdTRUE) {</a:t>
            </a:r>
            <a:br/>
            <a:r>
              <a:t>        uint32_t now = xTaskGetTickCount() * portTICK_PERIOD_MS;</a:t>
            </a:r>
            <a:br/>
            <a:r>
              <a:t>        if (now - last_pressed[g] &gt; BUTTON_DEBOUNCE_MS) {</a:t>
            </a:r>
            <a:br/>
            <a:r>
              <a:t>            last_pressed[g] = now;</a:t>
            </a:r>
            <a:br/>
            <a:r>
              <a:t>            *out_gpio = g;</a:t>
            </a:r>
            <a:br/>
            <a:r>
              <a:t>            return true;</a:t>
            </a:r>
            <a:br/>
            <a:r>
              <a:t>        }</a:t>
            </a:r>
            <a:br/>
            <a:r>
              <a:t>    }</a:t>
            </a:r>
            <a:br/>
            <a:r>
              <a:t>    return false;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Kollisionserkennung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bool grid_check_collision(const TetrisBlock *block) {</a:t>
            </a:r>
            <a:br/>
            <a:r>
              <a:t>    for (int by = 0; by &lt; 4; by++) {</a:t>
            </a:r>
            <a:br/>
            <a:r>
              <a:t>        for (int bx = 0; bx &lt; 4; bx++) {</a:t>
            </a:r>
            <a:br/>
            <a:r>
              <a:t>            if (block-&gt;shape[by][bx] == 0) continue;</a:t>
            </a:r>
            <a:br/>
            <a:r>
              <a:t>            int gx = block-&gt;x + bx;</a:t>
            </a:r>
            <a:br/>
            <a:r>
              <a:t>            int gy = block-&gt;y + by;</a:t>
            </a:r>
            <a:br/>
            <a:r>
              <a:t>            if (gx &lt; 0 || gx &gt;= GRID_WIDTH) return true;</a:t>
            </a:r>
            <a:br/>
            <a:r>
              <a:t>            if (gy &gt;= GRID_HEIGHT) return true;</a:t>
            </a:r>
            <a:br/>
            <a:r>
              <a:t>            if (gy &lt; 0) continue;</a:t>
            </a:r>
            <a:br/>
            <a:r>
              <a:t>            if (grid[gy][gx] != 0) return true;</a:t>
            </a:r>
            <a:br/>
            <a:r>
              <a:t>        }</a:t>
            </a:r>
            <a:br/>
            <a:r>
              <a:t>    }</a:t>
            </a:r>
            <a:br/>
            <a:r>
              <a:t>    return false;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Delta-Rendering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void render_grid() {</a:t>
            </a:r>
            <a:br/>
            <a:r>
              <a:t>    for (int i = 0; i &lt; prev_dynamic_count; i++) {</a:t>
            </a:r>
            <a:br/>
            <a:r>
              <a:t>        int pos = prev_dynamic_pos[i];</a:t>
            </a:r>
            <a:br/>
            <a:r>
              <a:t>        int y = pos / GRID_WIDTH;</a:t>
            </a:r>
            <a:br/>
            <a:r>
              <a:t>        int x = pos % GRID_WIDTH;</a:t>
            </a:r>
            <a:br/>
            <a:br/>
            <a:r>
              <a:t>        if (grid[y][x] &gt; 0) {</a:t>
            </a:r>
            <a:br/>
            <a:r>
              <a:t>            uint8_t r, g, b;</a:t>
            </a:r>
            <a:br/>
            <a:r>
              <a:t>            get_block_rgb(grid[y][x] - 1, &amp;r, &amp;g, &amp;b);</a:t>
            </a:r>
            <a:br/>
            <a:r>
              <a:t>            led_strip_set_pixel(led_num, r, g, b);</a:t>
            </a:r>
            <a:br/>
            <a:r>
              <a:t>        } else {</a:t>
            </a:r>
            <a:br/>
            <a:r>
              <a:t>            led_strip_set_pixel(led_num, 0, 0, 0);</a:t>
            </a:r>
            <a:br/>
            <a:r>
              <a:t>        }</a:t>
            </a:r>
            <a:br/>
            <a:r>
              <a:t>   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Delta-Rendering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    int dynamic_count = 0;</a:t>
            </a:r>
            <a:br/>
            <a:r>
              <a:t>    for (int by = 0; by &lt; 4; by++) {</a:t>
            </a:r>
            <a:br/>
            <a:r>
              <a:t>        for (int bx = 0; bx &lt; 4; bx++) {</a:t>
            </a:r>
            <a:br/>
            <a:r>
              <a:t>            if (current_block.shape[by][bx] == 0) continue;</a:t>
            </a:r>
            <a:br/>
            <a:r>
              <a:t>            int gx = current_block.x + bx;</a:t>
            </a:r>
            <a:br/>
            <a:r>
              <a:t>            int gy = current_block.y + by;</a:t>
            </a:r>
            <a:br/>
            <a:r>
              <a:t>            uint8_t r, g, b;</a:t>
            </a:r>
            <a:br/>
            <a:r>
              <a:t>            get_block_rgb(current_block.color, &amp;r, &amp;g, &amp;b);</a:t>
            </a:r>
            <a:br/>
            <a:r>
              <a:t>            r = (r * BRIGHTNESS_SCALE) / 255;</a:t>
            </a:r>
            <a:br/>
            <a:r>
              <a:t>            g = (g * BRIGHTNESS_SCALE) / 255;</a:t>
            </a:r>
            <a:br/>
            <a:r>
              <a:t>            b = (b * BRIGHTNESS_SCALE) / 255;</a:t>
            </a:r>
            <a:br/>
            <a:r>
              <a:t>            led_strip_set_pixel(led_num, r, g, b);</a:t>
            </a:r>
            <a:br/>
            <a:r>
              <a:t>            prev_dynamic_pos[dynamic_count++] =</a:t>
            </a:r>
            <a:br/>
            <a:r>
              <a:t>                gy * GRID_WIDTH + gx;</a:t>
            </a:r>
            <a:br/>
            <a:r>
              <a:t>        }</a:t>
            </a:r>
            <a:br/>
            <a:r>
              <a:t>    }</a:t>
            </a:r>
            <a:br/>
            <a:r>
              <a:t>    prev_dynamic_count = dynamic_count;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Delta-Rendering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    led_strip_refresh();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Clear Rows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void grid_clear_full_rows() {</a:t>
            </a:r>
            <a:br/>
            <a:r>
              <a:t>    int full_rows[4];</a:t>
            </a:r>
            <a:br/>
            <a:r>
              <a:t>    int remove_count = 0;</a:t>
            </a:r>
            <a:br/>
            <a:br/>
            <a:r>
              <a:t>    for (int y = 0; y &lt; GRID_HEIGHT; y++) {</a:t>
            </a:r>
            <a:br/>
            <a:r>
              <a:t>        bool full = true;</a:t>
            </a:r>
            <a:br/>
            <a:r>
              <a:t>        for (int x = 0; x &lt; GRID_WIDTH; x++) {</a:t>
            </a:r>
            <a:br/>
            <a:r>
              <a:t>            if (grid[y][x] == 0) { full = false; break; }</a:t>
            </a:r>
            <a:br/>
            <a:r>
              <a:t>        }</a:t>
            </a:r>
            <a:br/>
            <a:r>
              <a:t>        if (full) full_rows[remove_count++] = y;</a:t>
            </a:r>
            <a:br/>
            <a:r>
              <a:t>    }</a:t>
            </a:r>
            <a:br/>
            <a:br/>
            <a:r>
              <a:t>    if (remove_count == 0) return;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Clear Rows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    for (int blink = 0; blink &lt; 2; blink++) {</a:t>
            </a:r>
            <a:br/>
            <a:r>
              <a:t>        for (int i = 0; i &lt; remove_count; i++) {</a:t>
            </a:r>
            <a:br/>
            <a:r>
              <a:t>            int y = full_rows[i];</a:t>
            </a:r>
            <a:br/>
            <a:r>
              <a:t>            for (int x = 0; x &lt; GRID_WIDTH; x++) {</a:t>
            </a:r>
            <a:br/>
            <a:r>
              <a:t>                led_strip_set_pixel(led_num, 255, 255, 255);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led_strip_refresh();</a:t>
            </a:r>
            <a:br/>
            <a:r>
              <a:t>        vTaskDelay(pdMS_TO_TICKS(150));</a:t>
            </a:r>
            <a:br/>
            <a:r>
              <a:t>    }</a:t>
            </a:r>
            <a:br/>
            <a:br/>
            <a:r>
              <a:t>    for (int i = 0; i &lt; remove_count; i++) {</a:t>
            </a:r>
            <a:br/>
            <a:r>
              <a:t>        for (int x = 0; x &lt; GRID_WIDTH; x++) {</a:t>
            </a:r>
            <a:br/>
            <a:r>
              <a:t>            grid[full_rows[i]][x] = 0;</a:t>
            </a:r>
            <a:br/>
            <a:r>
              <a:t>        }</a:t>
            </a:r>
            <a:br/>
            <a:r>
              <a:t>   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Clear Rows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Courier New"/>
              </a:defRPr>
            </a:pPr>
            <a:r>
              <a:t>    for (int x = 0; x &lt; GRID_WIDTH; x++) {</a:t>
            </a:r>
            <a:br/>
            <a:r>
              <a:t>        int target_y = GRID_HEIGHT - 1;</a:t>
            </a:r>
            <a:br/>
            <a:r>
              <a:t>        for (int y = GRID_HEIGHT - 1; y &gt;= 0; y--) {</a:t>
            </a:r>
            <a:br/>
            <a:r>
              <a:t>            if (grid[y][x] != 0) {</a:t>
            </a:r>
            <a:br/>
            <a:r>
              <a:t>                grid[target_y][x] = grid[y][x];</a:t>
            </a:r>
            <a:br/>
            <a:r>
              <a:t>                if (target_y != y) grid[y][x] = 0;</a:t>
            </a:r>
            <a:br/>
            <a:r>
              <a:t>                target_y--;</a:t>
            </a:r>
            <a:br/>
            <a:r>
              <a:t>            }</a:t>
            </a:r>
            <a:br/>
            <a:r>
              <a:t>        }</a:t>
            </a:r>
            <a:br/>
            <a:r>
              <a:t>    }</a:t>
            </a:r>
            <a:br/>
            <a:br/>
            <a:r>
              <a:t>    score_add_lines(remove_count);</a:t>
            </a:r>
            <a:br/>
            <a:r>
              <a:t>    speed_manager_update_score(total_lines_cleared);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
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#3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FA085D-C638-4F07-9DA4-FA57A67B8278}" type="doc">
      <dgm:prSet loTypeId="urn:microsoft.com/office/officeart/2005/8/layout/vList5" loCatId="list" qsTypeId="urn:microsoft.com/office/officeart/2005/8/quickstyle/simple1#12" qsCatId="simple" csTypeId="urn:microsoft.com/office/officeart/2005/8/colors/accent3_2#3" csCatId="accent3"/>
      <dgm:spPr/>
      <dgm:t>
        <a:bodyPr/>
        <a:lstStyle/>
        <a:p>
          <a:endParaRPr lang="en-US"/>
        </a:p>
      </dgm:t>
    </dgm:pt>
    <dgm:pt modelId="{C36C3AE7-DD1A-47C1-BB48-70B91FF9D5DB}">
      <dgm:prSet/>
      <dgm:spPr/>
      <dgm:t>
        <a:bodyPr/>
        <a:lstStyle/>
        <a:p>
          <a:r>
            <a:rPr lang="en-US"/>
            <a:t>Finland</a:t>
          </a:r>
        </a:p>
      </dgm:t>
    </dgm:pt>
    <dgm:pt modelId="{0FC31A90-6B22-4239-81A3-F3F46C176B21}" type="parTrans" cxnId="{4EB4EC6B-D093-4C3E-B453-C9948B4D1DBE}">
      <dgm:prSet/>
      <dgm:spPr/>
      <dgm:t>
        <a:bodyPr/>
        <a:lstStyle/>
        <a:p>
          <a:endParaRPr lang="en-US"/>
        </a:p>
      </dgm:t>
    </dgm:pt>
    <dgm:pt modelId="{65E7DB95-B951-403D-ADE6-18CF0C7915E1}" type="sibTrans" cxnId="{4EB4EC6B-D093-4C3E-B453-C9948B4D1DBE}">
      <dgm:prSet/>
      <dgm:spPr/>
      <dgm:t>
        <a:bodyPr/>
        <a:lstStyle/>
        <a:p>
          <a:endParaRPr lang="en-US"/>
        </a:p>
      </dgm:t>
    </dgm:pt>
    <dgm:pt modelId="{CA197B95-430E-4F54-97FB-E66146AD2449}">
      <dgm:prSet/>
      <dgm:spPr/>
      <dgm:t>
        <a:bodyPr/>
        <a:lstStyle/>
        <a:p>
          <a:r>
            <a:rPr lang="en-US"/>
            <a:t>high standards in terms of quality</a:t>
          </a:r>
        </a:p>
      </dgm:t>
    </dgm:pt>
    <dgm:pt modelId="{6FC169BC-7F11-4948-944E-22B4FA911DAD}" type="parTrans" cxnId="{04733E6E-DF27-4680-82C6-B02DEDEB8492}">
      <dgm:prSet/>
      <dgm:spPr/>
      <dgm:t>
        <a:bodyPr/>
        <a:lstStyle/>
        <a:p>
          <a:endParaRPr lang="en-US"/>
        </a:p>
      </dgm:t>
    </dgm:pt>
    <dgm:pt modelId="{F83A540A-7F75-4C67-B481-BE45C528579A}" type="sibTrans" cxnId="{04733E6E-DF27-4680-82C6-B02DEDEB8492}">
      <dgm:prSet/>
      <dgm:spPr/>
      <dgm:t>
        <a:bodyPr/>
        <a:lstStyle/>
        <a:p>
          <a:endParaRPr lang="en-US"/>
        </a:p>
      </dgm:t>
    </dgm:pt>
    <dgm:pt modelId="{931328FF-6220-4F9B-8A2E-0673BC21B967}">
      <dgm:prSet/>
      <dgm:spPr/>
      <dgm:t>
        <a:bodyPr/>
        <a:lstStyle/>
        <a:p>
          <a:r>
            <a:rPr lang="en-US"/>
            <a:t>77 Distribution Companies</a:t>
          </a:r>
        </a:p>
      </dgm:t>
    </dgm:pt>
    <dgm:pt modelId="{F909B066-0A71-4390-97B8-9530E70C3243}" type="parTrans" cxnId="{9124DF43-B392-4E1C-96A4-A2F5A997E50D}">
      <dgm:prSet/>
      <dgm:spPr/>
      <dgm:t>
        <a:bodyPr/>
        <a:lstStyle/>
        <a:p>
          <a:endParaRPr lang="en-US"/>
        </a:p>
      </dgm:t>
    </dgm:pt>
    <dgm:pt modelId="{451E6F80-2395-46A0-A04C-321F7BF77C68}" type="sibTrans" cxnId="{9124DF43-B392-4E1C-96A4-A2F5A997E50D}">
      <dgm:prSet/>
      <dgm:spPr/>
      <dgm:t>
        <a:bodyPr/>
        <a:lstStyle/>
        <a:p>
          <a:endParaRPr lang="en-US"/>
        </a:p>
      </dgm:t>
    </dgm:pt>
    <dgm:pt modelId="{5003EA8C-52F2-4269-8A4B-D864E96D47B1}">
      <dgm:prSet/>
      <dgm:spPr/>
      <dgm:t>
        <a:bodyPr/>
        <a:lstStyle/>
        <a:p>
          <a:r>
            <a:rPr lang="en-US"/>
            <a:t>22 – 23 cents per kWh</a:t>
          </a:r>
        </a:p>
      </dgm:t>
    </dgm:pt>
    <dgm:pt modelId="{8AA06371-14B5-49DB-AE58-34E1D02CE6F3}" type="parTrans" cxnId="{53DB599B-E90C-4406-A884-8307F9DBDA57}">
      <dgm:prSet/>
      <dgm:spPr/>
      <dgm:t>
        <a:bodyPr/>
        <a:lstStyle/>
        <a:p>
          <a:endParaRPr lang="en-US"/>
        </a:p>
      </dgm:t>
    </dgm:pt>
    <dgm:pt modelId="{EBBB9B90-4FEC-4B1A-9804-D49BD26DBA39}" type="sibTrans" cxnId="{53DB599B-E90C-4406-A884-8307F9DBDA57}">
      <dgm:prSet/>
      <dgm:spPr/>
      <dgm:t>
        <a:bodyPr/>
        <a:lstStyle/>
        <a:p>
          <a:endParaRPr lang="en-US"/>
        </a:p>
      </dgm:t>
    </dgm:pt>
    <dgm:pt modelId="{09ACDABD-41AF-4C4F-BA48-9AC8A762E080}">
      <dgm:prSet/>
      <dgm:spPr/>
      <dgm:t>
        <a:bodyPr/>
        <a:lstStyle/>
        <a:p>
          <a:r>
            <a:rPr lang="en-US"/>
            <a:t>Bangladesh</a:t>
          </a:r>
        </a:p>
      </dgm:t>
    </dgm:pt>
    <dgm:pt modelId="{C8A1C93C-DD94-4851-BBDA-7F2ED73B923D}" type="parTrans" cxnId="{82541C5A-86D5-454E-A2C1-B09331C319EB}">
      <dgm:prSet/>
      <dgm:spPr/>
      <dgm:t>
        <a:bodyPr/>
        <a:lstStyle/>
        <a:p>
          <a:endParaRPr lang="en-US"/>
        </a:p>
      </dgm:t>
    </dgm:pt>
    <dgm:pt modelId="{F3F2A2E9-67F3-47B9-9907-62E4FB70B68A}" type="sibTrans" cxnId="{82541C5A-86D5-454E-A2C1-B09331C319EB}">
      <dgm:prSet/>
      <dgm:spPr/>
      <dgm:t>
        <a:bodyPr/>
        <a:lstStyle/>
        <a:p>
          <a:endParaRPr lang="en-US"/>
        </a:p>
      </dgm:t>
    </dgm:pt>
    <dgm:pt modelId="{EAAEB620-C9ED-4EFB-83BD-90BC259B818A}">
      <dgm:prSet/>
      <dgm:spPr/>
      <dgm:t>
        <a:bodyPr/>
        <a:lstStyle/>
        <a:p>
          <a:r>
            <a:rPr lang="en-US"/>
            <a:t>Lower standards in terms of quality</a:t>
          </a:r>
        </a:p>
      </dgm:t>
    </dgm:pt>
    <dgm:pt modelId="{5807FECB-9B8A-46A7-AC4F-CA0C96957810}" type="parTrans" cxnId="{33353BEF-D180-4608-A31A-3C96E03DAB1E}">
      <dgm:prSet/>
      <dgm:spPr/>
      <dgm:t>
        <a:bodyPr/>
        <a:lstStyle/>
        <a:p>
          <a:endParaRPr lang="en-US"/>
        </a:p>
      </dgm:t>
    </dgm:pt>
    <dgm:pt modelId="{D941F529-A334-4AA1-BB78-5791F7F55741}" type="sibTrans" cxnId="{33353BEF-D180-4608-A31A-3C96E03DAB1E}">
      <dgm:prSet/>
      <dgm:spPr/>
      <dgm:t>
        <a:bodyPr/>
        <a:lstStyle/>
        <a:p>
          <a:endParaRPr lang="en-US"/>
        </a:p>
      </dgm:t>
    </dgm:pt>
    <dgm:pt modelId="{F57D8AD5-B8B9-4456-8A35-64575D57A6BA}">
      <dgm:prSet/>
      <dgm:spPr/>
      <dgm:t>
        <a:bodyPr/>
        <a:lstStyle/>
        <a:p>
          <a:r>
            <a:rPr lang="en-US"/>
            <a:t>6 Distribution Companies</a:t>
          </a:r>
        </a:p>
      </dgm:t>
    </dgm:pt>
    <dgm:pt modelId="{4E9E505E-4D56-492D-8745-AC3F7D298FC0}" type="parTrans" cxnId="{E45AF10F-BED2-404D-8384-AD35DC869C8C}">
      <dgm:prSet/>
      <dgm:spPr/>
      <dgm:t>
        <a:bodyPr/>
        <a:lstStyle/>
        <a:p>
          <a:endParaRPr lang="en-US"/>
        </a:p>
      </dgm:t>
    </dgm:pt>
    <dgm:pt modelId="{B6BAC981-499B-4311-BF07-7BEC4D16094A}" type="sibTrans" cxnId="{E45AF10F-BED2-404D-8384-AD35DC869C8C}">
      <dgm:prSet/>
      <dgm:spPr/>
      <dgm:t>
        <a:bodyPr/>
        <a:lstStyle/>
        <a:p>
          <a:endParaRPr lang="en-US"/>
        </a:p>
      </dgm:t>
    </dgm:pt>
    <dgm:pt modelId="{CA2458B3-DEBA-47A2-9DEF-A69F5C454E4E}">
      <dgm:prSet/>
      <dgm:spPr/>
      <dgm:t>
        <a:bodyPr/>
        <a:lstStyle/>
        <a:p>
          <a:r>
            <a:rPr lang="en-US"/>
            <a:t>3,5 - 10 cents per kWh</a:t>
          </a:r>
        </a:p>
      </dgm:t>
    </dgm:pt>
    <dgm:pt modelId="{A99DD63A-B1F1-4374-8B5F-A5A741B0FE91}" type="parTrans" cxnId="{8BB04608-8E3C-4585-9AD6-6FD5DC239D51}">
      <dgm:prSet/>
      <dgm:spPr/>
      <dgm:t>
        <a:bodyPr/>
        <a:lstStyle/>
        <a:p>
          <a:endParaRPr lang="en-US"/>
        </a:p>
      </dgm:t>
    </dgm:pt>
    <dgm:pt modelId="{093F50AE-E20E-4FF6-9AE0-FA0DFD2830A6}" type="sibTrans" cxnId="{8BB04608-8E3C-4585-9AD6-6FD5DC239D51}">
      <dgm:prSet/>
      <dgm:spPr/>
      <dgm:t>
        <a:bodyPr/>
        <a:lstStyle/>
        <a:p>
          <a:endParaRPr lang="en-US"/>
        </a:p>
      </dgm:t>
    </dgm:pt>
    <dgm:pt modelId="{CBEB88EF-3C8C-435A-ABA0-6665B4C0A61E}">
      <dgm:prSet/>
      <dgm:spPr/>
      <dgm:t>
        <a:bodyPr/>
        <a:lstStyle/>
        <a:p>
          <a:r>
            <a:rPr lang="en-US"/>
            <a:t>Austria</a:t>
          </a:r>
        </a:p>
      </dgm:t>
    </dgm:pt>
    <dgm:pt modelId="{E43D4260-5A48-4DB1-ABDF-D3135AD98D0F}" type="parTrans" cxnId="{B6D93B4B-21EC-4246-9BB0-1B133E9AC839}">
      <dgm:prSet/>
      <dgm:spPr/>
      <dgm:t>
        <a:bodyPr/>
        <a:lstStyle/>
        <a:p>
          <a:endParaRPr lang="en-US"/>
        </a:p>
      </dgm:t>
    </dgm:pt>
    <dgm:pt modelId="{9A0E586E-7502-413F-9B42-5CB3E2C7C32A}" type="sibTrans" cxnId="{B6D93B4B-21EC-4246-9BB0-1B133E9AC839}">
      <dgm:prSet/>
      <dgm:spPr/>
      <dgm:t>
        <a:bodyPr/>
        <a:lstStyle/>
        <a:p>
          <a:endParaRPr lang="en-US"/>
        </a:p>
      </dgm:t>
    </dgm:pt>
    <dgm:pt modelId="{78A50D59-D837-4825-8713-4CF307DA28CD}">
      <dgm:prSet/>
      <dgm:spPr/>
      <dgm:t>
        <a:bodyPr/>
        <a:lstStyle/>
        <a:p>
          <a:r>
            <a:rPr lang="en-US"/>
            <a:t>high standards in terms of quality</a:t>
          </a:r>
        </a:p>
      </dgm:t>
    </dgm:pt>
    <dgm:pt modelId="{4F8E5A80-27BB-4EB6-BE52-3C04A1BCB6BB}" type="parTrans" cxnId="{D357144F-B46E-4411-A02D-0C8969E3DA86}">
      <dgm:prSet/>
      <dgm:spPr/>
      <dgm:t>
        <a:bodyPr/>
        <a:lstStyle/>
        <a:p>
          <a:endParaRPr lang="en-US"/>
        </a:p>
      </dgm:t>
    </dgm:pt>
    <dgm:pt modelId="{0B107A04-62BF-464B-9383-D243ACF54F25}" type="sibTrans" cxnId="{D357144F-B46E-4411-A02D-0C8969E3DA86}">
      <dgm:prSet/>
      <dgm:spPr/>
      <dgm:t>
        <a:bodyPr/>
        <a:lstStyle/>
        <a:p>
          <a:endParaRPr lang="en-US"/>
        </a:p>
      </dgm:t>
    </dgm:pt>
    <dgm:pt modelId="{75717ABC-EB86-48BB-8877-02E782E20993}">
      <dgm:prSet/>
      <dgm:spPr/>
      <dgm:t>
        <a:bodyPr/>
        <a:lstStyle/>
        <a:p>
          <a:r>
            <a:rPr lang="en-US"/>
            <a:t>115 Distribution Companies</a:t>
          </a:r>
        </a:p>
      </dgm:t>
    </dgm:pt>
    <dgm:pt modelId="{CBD4D6B0-EDF7-48C6-B8E4-8FA523C303F3}" type="parTrans" cxnId="{341E3C33-99D3-48AF-B2A0-7D2CBFC0CCDD}">
      <dgm:prSet/>
      <dgm:spPr/>
      <dgm:t>
        <a:bodyPr/>
        <a:lstStyle/>
        <a:p>
          <a:endParaRPr lang="en-US"/>
        </a:p>
      </dgm:t>
    </dgm:pt>
    <dgm:pt modelId="{1AE5AE63-52CB-498A-9927-D0BFAC5B1491}" type="sibTrans" cxnId="{341E3C33-99D3-48AF-B2A0-7D2CBFC0CCDD}">
      <dgm:prSet/>
      <dgm:spPr/>
      <dgm:t>
        <a:bodyPr/>
        <a:lstStyle/>
        <a:p>
          <a:endParaRPr lang="en-US"/>
        </a:p>
      </dgm:t>
    </dgm:pt>
    <dgm:pt modelId="{8B3A9379-0180-4298-8187-4E04391602B9}">
      <dgm:prSet/>
      <dgm:spPr/>
      <dgm:t>
        <a:bodyPr/>
        <a:lstStyle/>
        <a:p>
          <a:r>
            <a:rPr lang="en-US"/>
            <a:t>Mostly 400V and 10kV and 20kV</a:t>
          </a:r>
        </a:p>
      </dgm:t>
    </dgm:pt>
    <dgm:pt modelId="{40A8370B-99B3-4C63-9429-B3DCF4F6EFE4}" type="parTrans" cxnId="{A205E165-0DCF-4461-ADBC-718C96D46E9F}">
      <dgm:prSet/>
      <dgm:spPr/>
      <dgm:t>
        <a:bodyPr/>
        <a:lstStyle/>
        <a:p>
          <a:endParaRPr lang="en-US"/>
        </a:p>
      </dgm:t>
    </dgm:pt>
    <dgm:pt modelId="{DF64D041-76E8-4F34-B4E0-4B76766BBC95}" type="sibTrans" cxnId="{A205E165-0DCF-4461-ADBC-718C96D46E9F}">
      <dgm:prSet/>
      <dgm:spPr/>
      <dgm:t>
        <a:bodyPr/>
        <a:lstStyle/>
        <a:p>
          <a:endParaRPr lang="en-US"/>
        </a:p>
      </dgm:t>
    </dgm:pt>
    <dgm:pt modelId="{236A5B7D-FC99-4638-8ADA-5EC5B05CD631}">
      <dgm:prSet/>
      <dgm:spPr/>
      <dgm:t>
        <a:bodyPr/>
        <a:lstStyle/>
        <a:p>
          <a:r>
            <a:rPr lang="en-US"/>
            <a:t>21 – 29 cents per kWh</a:t>
          </a:r>
        </a:p>
      </dgm:t>
    </dgm:pt>
    <dgm:pt modelId="{502B0442-59FC-4864-A3D3-8042A6BE42E1}" type="parTrans" cxnId="{9762D03B-4151-4CF7-8B34-AD7073045DA6}">
      <dgm:prSet/>
      <dgm:spPr/>
      <dgm:t>
        <a:bodyPr/>
        <a:lstStyle/>
        <a:p>
          <a:endParaRPr lang="en-US"/>
        </a:p>
      </dgm:t>
    </dgm:pt>
    <dgm:pt modelId="{C93AE11D-B93B-4FCA-9D23-8D39D5EFF9D2}" type="sibTrans" cxnId="{9762D03B-4151-4CF7-8B34-AD7073045DA6}">
      <dgm:prSet/>
      <dgm:spPr/>
      <dgm:t>
        <a:bodyPr/>
        <a:lstStyle/>
        <a:p>
          <a:endParaRPr lang="en-US"/>
        </a:p>
      </dgm:t>
    </dgm:pt>
    <dgm:pt modelId="{5D15668E-EAA7-42EB-AE9E-C26B4A22308A}">
      <dgm:prSet/>
      <dgm:spPr/>
      <dgm:t>
        <a:bodyPr/>
        <a:lstStyle/>
        <a:p>
          <a:r>
            <a:rPr lang="en-US"/>
            <a:t>Similarities</a:t>
          </a:r>
        </a:p>
      </dgm:t>
    </dgm:pt>
    <dgm:pt modelId="{7C7A9582-34D8-4CB4-828B-2282F050C0E6}" type="parTrans" cxnId="{F084D5B9-7B3F-4598-A775-940F36D6875B}">
      <dgm:prSet/>
      <dgm:spPr/>
      <dgm:t>
        <a:bodyPr/>
        <a:lstStyle/>
        <a:p>
          <a:endParaRPr lang="en-US"/>
        </a:p>
      </dgm:t>
    </dgm:pt>
    <dgm:pt modelId="{E5AED51D-8DEE-4880-BC92-CC88E77E9BCE}" type="sibTrans" cxnId="{F084D5B9-7B3F-4598-A775-940F36D6875B}">
      <dgm:prSet/>
      <dgm:spPr/>
      <dgm:t>
        <a:bodyPr/>
        <a:lstStyle/>
        <a:p>
          <a:endParaRPr lang="en-US"/>
        </a:p>
      </dgm:t>
    </dgm:pt>
    <dgm:pt modelId="{56007DD6-E9FA-4419-BF18-F27A07D3D134}">
      <dgm:prSet/>
      <dgm:spPr/>
      <dgm:t>
        <a:bodyPr/>
        <a:lstStyle/>
        <a:p>
          <a:r>
            <a:rPr lang="en-US"/>
            <a:t>Voltage and Frequency</a:t>
          </a:r>
        </a:p>
      </dgm:t>
    </dgm:pt>
    <dgm:pt modelId="{E01903C9-84CA-4E9E-A188-1E4DC9E56E64}" type="parTrans" cxnId="{DB2A1CBA-7C4F-49E4-8269-5719835528B4}">
      <dgm:prSet/>
      <dgm:spPr/>
      <dgm:t>
        <a:bodyPr/>
        <a:lstStyle/>
        <a:p>
          <a:endParaRPr lang="en-US"/>
        </a:p>
      </dgm:t>
    </dgm:pt>
    <dgm:pt modelId="{56E305E8-977F-4AEE-B4BA-A9D75D4CCE3C}" type="sibTrans" cxnId="{DB2A1CBA-7C4F-49E4-8269-5719835528B4}">
      <dgm:prSet/>
      <dgm:spPr/>
      <dgm:t>
        <a:bodyPr/>
        <a:lstStyle/>
        <a:p>
          <a:endParaRPr lang="en-US"/>
        </a:p>
      </dgm:t>
    </dgm:pt>
    <dgm:pt modelId="{785B2136-E074-4CBD-8C2C-A977AD7E579E}" type="pres">
      <dgm:prSet presAssocID="{D1FA085D-C638-4F07-9DA4-FA57A67B8278}" presName="Name0" presStyleCnt="0">
        <dgm:presLayoutVars>
          <dgm:dir/>
          <dgm:animLvl val="lvl"/>
          <dgm:resizeHandles val="exact"/>
        </dgm:presLayoutVars>
      </dgm:prSet>
      <dgm:spPr/>
    </dgm:pt>
    <dgm:pt modelId="{F2029570-A36A-4F36-AEB1-CB74B36C7167}" type="pres">
      <dgm:prSet presAssocID="{C36C3AE7-DD1A-47C1-BB48-70B91FF9D5DB}" presName="linNode" presStyleCnt="0"/>
      <dgm:spPr/>
    </dgm:pt>
    <dgm:pt modelId="{9CCCCEF9-608C-47A2-97D3-2C7B68417412}" type="pres">
      <dgm:prSet presAssocID="{C36C3AE7-DD1A-47C1-BB48-70B91FF9D5DB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C967E21E-9E92-40AF-87B6-6135881F525C}" type="pres">
      <dgm:prSet presAssocID="{C36C3AE7-DD1A-47C1-BB48-70B91FF9D5DB}" presName="descendantText" presStyleLbl="alignAccFollowNode1" presStyleIdx="0" presStyleCnt="4">
        <dgm:presLayoutVars>
          <dgm:bulletEnabled val="1"/>
        </dgm:presLayoutVars>
      </dgm:prSet>
      <dgm:spPr/>
    </dgm:pt>
    <dgm:pt modelId="{F741DCDB-9F2F-435F-B0AC-1C28D7E68D5D}" type="pres">
      <dgm:prSet presAssocID="{65E7DB95-B951-403D-ADE6-18CF0C7915E1}" presName="sp" presStyleCnt="0"/>
      <dgm:spPr/>
    </dgm:pt>
    <dgm:pt modelId="{4BAAFBDB-3763-4EEC-9206-7585F5F9E0BB}" type="pres">
      <dgm:prSet presAssocID="{09ACDABD-41AF-4C4F-BA48-9AC8A762E080}" presName="linNode" presStyleCnt="0"/>
      <dgm:spPr/>
    </dgm:pt>
    <dgm:pt modelId="{D8E312FA-B4A6-4DA5-9108-BF735B8356D3}" type="pres">
      <dgm:prSet presAssocID="{09ACDABD-41AF-4C4F-BA48-9AC8A762E080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0BECD4D4-8344-4908-9D9A-774C02E3B09C}" type="pres">
      <dgm:prSet presAssocID="{09ACDABD-41AF-4C4F-BA48-9AC8A762E080}" presName="descendantText" presStyleLbl="alignAccFollowNode1" presStyleIdx="1" presStyleCnt="4">
        <dgm:presLayoutVars>
          <dgm:bulletEnabled val="1"/>
        </dgm:presLayoutVars>
      </dgm:prSet>
      <dgm:spPr/>
    </dgm:pt>
    <dgm:pt modelId="{716D3F48-547D-405E-8250-A08909330880}" type="pres">
      <dgm:prSet presAssocID="{F3F2A2E9-67F3-47B9-9907-62E4FB70B68A}" presName="sp" presStyleCnt="0"/>
      <dgm:spPr/>
    </dgm:pt>
    <dgm:pt modelId="{16BC0975-1765-4ABE-A028-875FBC9CF782}" type="pres">
      <dgm:prSet presAssocID="{CBEB88EF-3C8C-435A-ABA0-6665B4C0A61E}" presName="linNode" presStyleCnt="0"/>
      <dgm:spPr/>
    </dgm:pt>
    <dgm:pt modelId="{09DCEC05-D3F0-47FC-AAA3-C784D9B0121B}" type="pres">
      <dgm:prSet presAssocID="{CBEB88EF-3C8C-435A-ABA0-6665B4C0A61E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9C79A395-EAD3-49F8-A44A-5BD2290E3531}" type="pres">
      <dgm:prSet presAssocID="{CBEB88EF-3C8C-435A-ABA0-6665B4C0A61E}" presName="descendantText" presStyleLbl="alignAccFollowNode1" presStyleIdx="2" presStyleCnt="4">
        <dgm:presLayoutVars>
          <dgm:bulletEnabled val="1"/>
        </dgm:presLayoutVars>
      </dgm:prSet>
      <dgm:spPr/>
    </dgm:pt>
    <dgm:pt modelId="{A63EDF1E-EEDA-4D0D-A6B3-0DDBCFC93FF6}" type="pres">
      <dgm:prSet presAssocID="{9A0E586E-7502-413F-9B42-5CB3E2C7C32A}" presName="sp" presStyleCnt="0"/>
      <dgm:spPr/>
    </dgm:pt>
    <dgm:pt modelId="{C8997690-9DD0-4665-BA2A-74C06272AB45}" type="pres">
      <dgm:prSet presAssocID="{5D15668E-EAA7-42EB-AE9E-C26B4A22308A}" presName="linNode" presStyleCnt="0"/>
      <dgm:spPr/>
    </dgm:pt>
    <dgm:pt modelId="{5A497D7E-9F0C-4E3F-A641-6EC711598EDB}" type="pres">
      <dgm:prSet presAssocID="{5D15668E-EAA7-42EB-AE9E-C26B4A22308A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52DEF9A4-2BEF-472B-A88C-CE534AD0FA3C}" type="pres">
      <dgm:prSet presAssocID="{5D15668E-EAA7-42EB-AE9E-C26B4A22308A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8BB04608-8E3C-4585-9AD6-6FD5DC239D51}" srcId="{09ACDABD-41AF-4C4F-BA48-9AC8A762E080}" destId="{CA2458B3-DEBA-47A2-9DEF-A69F5C454E4E}" srcOrd="2" destOrd="0" parTransId="{A99DD63A-B1F1-4374-8B5F-A5A741B0FE91}" sibTransId="{093F50AE-E20E-4FF6-9AE0-FA0DFD2830A6}"/>
    <dgm:cxn modelId="{DF6CAB0B-E384-45DC-9C2A-8A0538C6805E}" type="presOf" srcId="{75717ABC-EB86-48BB-8877-02E782E20993}" destId="{9C79A395-EAD3-49F8-A44A-5BD2290E3531}" srcOrd="0" destOrd="1" presId="urn:microsoft.com/office/officeart/2005/8/layout/vList5"/>
    <dgm:cxn modelId="{E45AF10F-BED2-404D-8384-AD35DC869C8C}" srcId="{09ACDABD-41AF-4C4F-BA48-9AC8A762E080}" destId="{F57D8AD5-B8B9-4456-8A35-64575D57A6BA}" srcOrd="1" destOrd="0" parTransId="{4E9E505E-4D56-492D-8745-AC3F7D298FC0}" sibTransId="{B6BAC981-499B-4311-BF07-7BEC4D16094A}"/>
    <dgm:cxn modelId="{E6E3FA0F-0393-47BB-BCDF-43E411364674}" type="presOf" srcId="{236A5B7D-FC99-4638-8ADA-5EC5B05CD631}" destId="{9C79A395-EAD3-49F8-A44A-5BD2290E3531}" srcOrd="0" destOrd="3" presId="urn:microsoft.com/office/officeart/2005/8/layout/vList5"/>
    <dgm:cxn modelId="{F87E611A-2084-4440-B1F9-6AA7299A47E6}" type="presOf" srcId="{F57D8AD5-B8B9-4456-8A35-64575D57A6BA}" destId="{0BECD4D4-8344-4908-9D9A-774C02E3B09C}" srcOrd="0" destOrd="1" presId="urn:microsoft.com/office/officeart/2005/8/layout/vList5"/>
    <dgm:cxn modelId="{C8AE102F-7065-4007-B929-517D7F1760E0}" type="presOf" srcId="{CA2458B3-DEBA-47A2-9DEF-A69F5C454E4E}" destId="{0BECD4D4-8344-4908-9D9A-774C02E3B09C}" srcOrd="0" destOrd="2" presId="urn:microsoft.com/office/officeart/2005/8/layout/vList5"/>
    <dgm:cxn modelId="{341E3C33-99D3-48AF-B2A0-7D2CBFC0CCDD}" srcId="{CBEB88EF-3C8C-435A-ABA0-6665B4C0A61E}" destId="{75717ABC-EB86-48BB-8877-02E782E20993}" srcOrd="1" destOrd="0" parTransId="{CBD4D6B0-EDF7-48C6-B8E4-8FA523C303F3}" sibTransId="{1AE5AE63-52CB-498A-9927-D0BFAC5B1491}"/>
    <dgm:cxn modelId="{9762D03B-4151-4CF7-8B34-AD7073045DA6}" srcId="{CBEB88EF-3C8C-435A-ABA0-6665B4C0A61E}" destId="{236A5B7D-FC99-4638-8ADA-5EC5B05CD631}" srcOrd="3" destOrd="0" parTransId="{502B0442-59FC-4864-A3D3-8042A6BE42E1}" sibTransId="{C93AE11D-B93B-4FCA-9D23-8D39D5EFF9D2}"/>
    <dgm:cxn modelId="{7C82943D-D1BB-4863-8B16-2A876E32A194}" type="presOf" srcId="{78A50D59-D837-4825-8713-4CF307DA28CD}" destId="{9C79A395-EAD3-49F8-A44A-5BD2290E3531}" srcOrd="0" destOrd="0" presId="urn:microsoft.com/office/officeart/2005/8/layout/vList5"/>
    <dgm:cxn modelId="{C12FE03D-D65A-4EA8-BF27-6154417D47FC}" type="presOf" srcId="{56007DD6-E9FA-4419-BF18-F27A07D3D134}" destId="{52DEF9A4-2BEF-472B-A88C-CE534AD0FA3C}" srcOrd="0" destOrd="0" presId="urn:microsoft.com/office/officeart/2005/8/layout/vList5"/>
    <dgm:cxn modelId="{A683E262-5828-458A-B46A-2A7EB3B270B9}" type="presOf" srcId="{C36C3AE7-DD1A-47C1-BB48-70B91FF9D5DB}" destId="{9CCCCEF9-608C-47A2-97D3-2C7B68417412}" srcOrd="0" destOrd="0" presId="urn:microsoft.com/office/officeart/2005/8/layout/vList5"/>
    <dgm:cxn modelId="{9124DF43-B392-4E1C-96A4-A2F5A997E50D}" srcId="{C36C3AE7-DD1A-47C1-BB48-70B91FF9D5DB}" destId="{931328FF-6220-4F9B-8A2E-0673BC21B967}" srcOrd="1" destOrd="0" parTransId="{F909B066-0A71-4390-97B8-9530E70C3243}" sibTransId="{451E6F80-2395-46A0-A04C-321F7BF77C68}"/>
    <dgm:cxn modelId="{A205E165-0DCF-4461-ADBC-718C96D46E9F}" srcId="{CBEB88EF-3C8C-435A-ABA0-6665B4C0A61E}" destId="{8B3A9379-0180-4298-8187-4E04391602B9}" srcOrd="2" destOrd="0" parTransId="{40A8370B-99B3-4C63-9429-B3DCF4F6EFE4}" sibTransId="{DF64D041-76E8-4F34-B4E0-4B76766BBC95}"/>
    <dgm:cxn modelId="{B6D93B4B-21EC-4246-9BB0-1B133E9AC839}" srcId="{D1FA085D-C638-4F07-9DA4-FA57A67B8278}" destId="{CBEB88EF-3C8C-435A-ABA0-6665B4C0A61E}" srcOrd="2" destOrd="0" parTransId="{E43D4260-5A48-4DB1-ABDF-D3135AD98D0F}" sibTransId="{9A0E586E-7502-413F-9B42-5CB3E2C7C32A}"/>
    <dgm:cxn modelId="{4EB4EC6B-D093-4C3E-B453-C9948B4D1DBE}" srcId="{D1FA085D-C638-4F07-9DA4-FA57A67B8278}" destId="{C36C3AE7-DD1A-47C1-BB48-70B91FF9D5DB}" srcOrd="0" destOrd="0" parTransId="{0FC31A90-6B22-4239-81A3-F3F46C176B21}" sibTransId="{65E7DB95-B951-403D-ADE6-18CF0C7915E1}"/>
    <dgm:cxn modelId="{F8B4BA4D-0FCE-4BE6-9AD9-2CF5B58E3F24}" type="presOf" srcId="{09ACDABD-41AF-4C4F-BA48-9AC8A762E080}" destId="{D8E312FA-B4A6-4DA5-9108-BF735B8356D3}" srcOrd="0" destOrd="0" presId="urn:microsoft.com/office/officeart/2005/8/layout/vList5"/>
    <dgm:cxn modelId="{04733E6E-DF27-4680-82C6-B02DEDEB8492}" srcId="{C36C3AE7-DD1A-47C1-BB48-70B91FF9D5DB}" destId="{CA197B95-430E-4F54-97FB-E66146AD2449}" srcOrd="0" destOrd="0" parTransId="{6FC169BC-7F11-4948-944E-22B4FA911DAD}" sibTransId="{F83A540A-7F75-4C67-B481-BE45C528579A}"/>
    <dgm:cxn modelId="{D357144F-B46E-4411-A02D-0C8969E3DA86}" srcId="{CBEB88EF-3C8C-435A-ABA0-6665B4C0A61E}" destId="{78A50D59-D837-4825-8713-4CF307DA28CD}" srcOrd="0" destOrd="0" parTransId="{4F8E5A80-27BB-4EB6-BE52-3C04A1BCB6BB}" sibTransId="{0B107A04-62BF-464B-9383-D243ACF54F25}"/>
    <dgm:cxn modelId="{DDF12E78-BD6D-4C82-89B6-F9327F90AEB2}" type="presOf" srcId="{5003EA8C-52F2-4269-8A4B-D864E96D47B1}" destId="{C967E21E-9E92-40AF-87B6-6135881F525C}" srcOrd="0" destOrd="2" presId="urn:microsoft.com/office/officeart/2005/8/layout/vList5"/>
    <dgm:cxn modelId="{82541C5A-86D5-454E-A2C1-B09331C319EB}" srcId="{D1FA085D-C638-4F07-9DA4-FA57A67B8278}" destId="{09ACDABD-41AF-4C4F-BA48-9AC8A762E080}" srcOrd="1" destOrd="0" parTransId="{C8A1C93C-DD94-4851-BBDA-7F2ED73B923D}" sibTransId="{F3F2A2E9-67F3-47B9-9907-62E4FB70B68A}"/>
    <dgm:cxn modelId="{F95AC487-F943-4B7E-BE4E-CF66267ABB62}" type="presOf" srcId="{D1FA085D-C638-4F07-9DA4-FA57A67B8278}" destId="{785B2136-E074-4CBD-8C2C-A977AD7E579E}" srcOrd="0" destOrd="0" presId="urn:microsoft.com/office/officeart/2005/8/layout/vList5"/>
    <dgm:cxn modelId="{E878B98D-631D-43E4-8096-0CDACE7999A9}" type="presOf" srcId="{CBEB88EF-3C8C-435A-ABA0-6665B4C0A61E}" destId="{09DCEC05-D3F0-47FC-AAA3-C784D9B0121B}" srcOrd="0" destOrd="0" presId="urn:microsoft.com/office/officeart/2005/8/layout/vList5"/>
    <dgm:cxn modelId="{53DB599B-E90C-4406-A884-8307F9DBDA57}" srcId="{C36C3AE7-DD1A-47C1-BB48-70B91FF9D5DB}" destId="{5003EA8C-52F2-4269-8A4B-D864E96D47B1}" srcOrd="2" destOrd="0" parTransId="{8AA06371-14B5-49DB-AE58-34E1D02CE6F3}" sibTransId="{EBBB9B90-4FEC-4B1A-9804-D49BD26DBA39}"/>
    <dgm:cxn modelId="{301014A3-EAF4-4537-96E8-A087B0186398}" type="presOf" srcId="{CA197B95-430E-4F54-97FB-E66146AD2449}" destId="{C967E21E-9E92-40AF-87B6-6135881F525C}" srcOrd="0" destOrd="0" presId="urn:microsoft.com/office/officeart/2005/8/layout/vList5"/>
    <dgm:cxn modelId="{EC2680A7-AB54-4138-AAAD-440461966D12}" type="presOf" srcId="{8B3A9379-0180-4298-8187-4E04391602B9}" destId="{9C79A395-EAD3-49F8-A44A-5BD2290E3531}" srcOrd="0" destOrd="2" presId="urn:microsoft.com/office/officeart/2005/8/layout/vList5"/>
    <dgm:cxn modelId="{F084D5B9-7B3F-4598-A775-940F36D6875B}" srcId="{D1FA085D-C638-4F07-9DA4-FA57A67B8278}" destId="{5D15668E-EAA7-42EB-AE9E-C26B4A22308A}" srcOrd="3" destOrd="0" parTransId="{7C7A9582-34D8-4CB4-828B-2282F050C0E6}" sibTransId="{E5AED51D-8DEE-4880-BC92-CC88E77E9BCE}"/>
    <dgm:cxn modelId="{DB2A1CBA-7C4F-49E4-8269-5719835528B4}" srcId="{5D15668E-EAA7-42EB-AE9E-C26B4A22308A}" destId="{56007DD6-E9FA-4419-BF18-F27A07D3D134}" srcOrd="0" destOrd="0" parTransId="{E01903C9-84CA-4E9E-A188-1E4DC9E56E64}" sibTransId="{56E305E8-977F-4AEE-B4BA-A9D75D4CCE3C}"/>
    <dgm:cxn modelId="{97A579E3-D43C-4327-96CB-AED5EC641829}" type="presOf" srcId="{EAAEB620-C9ED-4EFB-83BD-90BC259B818A}" destId="{0BECD4D4-8344-4908-9D9A-774C02E3B09C}" srcOrd="0" destOrd="0" presId="urn:microsoft.com/office/officeart/2005/8/layout/vList5"/>
    <dgm:cxn modelId="{734A26E4-FB44-4BDB-A820-CC3DCDDEA882}" type="presOf" srcId="{931328FF-6220-4F9B-8A2E-0673BC21B967}" destId="{C967E21E-9E92-40AF-87B6-6135881F525C}" srcOrd="0" destOrd="1" presId="urn:microsoft.com/office/officeart/2005/8/layout/vList5"/>
    <dgm:cxn modelId="{33353BEF-D180-4608-A31A-3C96E03DAB1E}" srcId="{09ACDABD-41AF-4C4F-BA48-9AC8A762E080}" destId="{EAAEB620-C9ED-4EFB-83BD-90BC259B818A}" srcOrd="0" destOrd="0" parTransId="{5807FECB-9B8A-46A7-AC4F-CA0C96957810}" sibTransId="{D941F529-A334-4AA1-BB78-5791F7F55741}"/>
    <dgm:cxn modelId="{32ED87F4-8751-4BA6-A0E6-73A22966EA43}" type="presOf" srcId="{5D15668E-EAA7-42EB-AE9E-C26B4A22308A}" destId="{5A497D7E-9F0C-4E3F-A641-6EC711598EDB}" srcOrd="0" destOrd="0" presId="urn:microsoft.com/office/officeart/2005/8/layout/vList5"/>
    <dgm:cxn modelId="{6560497E-8784-48FA-B997-E9BB4437481F}" type="presParOf" srcId="{785B2136-E074-4CBD-8C2C-A977AD7E579E}" destId="{F2029570-A36A-4F36-AEB1-CB74B36C7167}" srcOrd="0" destOrd="0" presId="urn:microsoft.com/office/officeart/2005/8/layout/vList5"/>
    <dgm:cxn modelId="{77F49D31-3016-4C2F-A88B-DE8B272E842E}" type="presParOf" srcId="{F2029570-A36A-4F36-AEB1-CB74B36C7167}" destId="{9CCCCEF9-608C-47A2-97D3-2C7B68417412}" srcOrd="0" destOrd="0" presId="urn:microsoft.com/office/officeart/2005/8/layout/vList5"/>
    <dgm:cxn modelId="{2222D2A5-00EC-4A21-A7C4-88275CEE1EF4}" type="presParOf" srcId="{F2029570-A36A-4F36-AEB1-CB74B36C7167}" destId="{C967E21E-9E92-40AF-87B6-6135881F525C}" srcOrd="1" destOrd="0" presId="urn:microsoft.com/office/officeart/2005/8/layout/vList5"/>
    <dgm:cxn modelId="{08556CF7-B06B-4589-83E7-76E8E157BBCF}" type="presParOf" srcId="{785B2136-E074-4CBD-8C2C-A977AD7E579E}" destId="{F741DCDB-9F2F-435F-B0AC-1C28D7E68D5D}" srcOrd="1" destOrd="0" presId="urn:microsoft.com/office/officeart/2005/8/layout/vList5"/>
    <dgm:cxn modelId="{8427473F-3A1C-4622-93E5-3251B5232055}" type="presParOf" srcId="{785B2136-E074-4CBD-8C2C-A977AD7E579E}" destId="{4BAAFBDB-3763-4EEC-9206-7585F5F9E0BB}" srcOrd="2" destOrd="0" presId="urn:microsoft.com/office/officeart/2005/8/layout/vList5"/>
    <dgm:cxn modelId="{46460C9C-C3FD-4646-85B8-E41E08738C36}" type="presParOf" srcId="{4BAAFBDB-3763-4EEC-9206-7585F5F9E0BB}" destId="{D8E312FA-B4A6-4DA5-9108-BF735B8356D3}" srcOrd="0" destOrd="0" presId="urn:microsoft.com/office/officeart/2005/8/layout/vList5"/>
    <dgm:cxn modelId="{42387A8A-9AD8-4DBF-B365-B6D3C994C4E5}" type="presParOf" srcId="{4BAAFBDB-3763-4EEC-9206-7585F5F9E0BB}" destId="{0BECD4D4-8344-4908-9D9A-774C02E3B09C}" srcOrd="1" destOrd="0" presId="urn:microsoft.com/office/officeart/2005/8/layout/vList5"/>
    <dgm:cxn modelId="{3F924271-463F-43CD-BEC9-00DE53BEB903}" type="presParOf" srcId="{785B2136-E074-4CBD-8C2C-A977AD7E579E}" destId="{716D3F48-547D-405E-8250-A08909330880}" srcOrd="3" destOrd="0" presId="urn:microsoft.com/office/officeart/2005/8/layout/vList5"/>
    <dgm:cxn modelId="{66504585-1A83-4C6F-8E20-63F651475D6F}" type="presParOf" srcId="{785B2136-E074-4CBD-8C2C-A977AD7E579E}" destId="{16BC0975-1765-4ABE-A028-875FBC9CF782}" srcOrd="4" destOrd="0" presId="urn:microsoft.com/office/officeart/2005/8/layout/vList5"/>
    <dgm:cxn modelId="{1052BD35-F5F9-482B-941E-9C52E0FED523}" type="presParOf" srcId="{16BC0975-1765-4ABE-A028-875FBC9CF782}" destId="{09DCEC05-D3F0-47FC-AAA3-C784D9B0121B}" srcOrd="0" destOrd="0" presId="urn:microsoft.com/office/officeart/2005/8/layout/vList5"/>
    <dgm:cxn modelId="{0D7F75CE-A0C1-4FE4-93A5-69DD2D0E1D08}" type="presParOf" srcId="{16BC0975-1765-4ABE-A028-875FBC9CF782}" destId="{9C79A395-EAD3-49F8-A44A-5BD2290E3531}" srcOrd="1" destOrd="0" presId="urn:microsoft.com/office/officeart/2005/8/layout/vList5"/>
    <dgm:cxn modelId="{F63EAC5A-E8E1-41E0-A948-6C9EF61197C0}" type="presParOf" srcId="{785B2136-E074-4CBD-8C2C-A977AD7E579E}" destId="{A63EDF1E-EEDA-4D0D-A6B3-0DDBCFC93FF6}" srcOrd="5" destOrd="0" presId="urn:microsoft.com/office/officeart/2005/8/layout/vList5"/>
    <dgm:cxn modelId="{EDFBF218-C855-4E6A-B7FF-650DB9D3A840}" type="presParOf" srcId="{785B2136-E074-4CBD-8C2C-A977AD7E579E}" destId="{C8997690-9DD0-4665-BA2A-74C06272AB45}" srcOrd="6" destOrd="0" presId="urn:microsoft.com/office/officeart/2005/8/layout/vList5"/>
    <dgm:cxn modelId="{B0F86EA8-D87E-4F7C-A5CC-D6B17F9AB6AA}" type="presParOf" srcId="{C8997690-9DD0-4665-BA2A-74C06272AB45}" destId="{5A497D7E-9F0C-4E3F-A641-6EC711598EDB}" srcOrd="0" destOrd="0" presId="urn:microsoft.com/office/officeart/2005/8/layout/vList5"/>
    <dgm:cxn modelId="{15E351D1-C57F-46A0-8EEE-803D63BF35A3}" type="presParOf" srcId="{C8997690-9DD0-4665-BA2A-74C06272AB45}" destId="{52DEF9A4-2BEF-472B-A88C-CE534AD0FA3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67E21E-9E92-40AF-87B6-6135881F525C}">
      <dsp:nvSpPr>
        <dsp:cNvPr id="0" name=""/>
        <dsp:cNvSpPr/>
      </dsp:nvSpPr>
      <dsp:spPr>
        <a:xfrm rot="5400000">
          <a:off x="6731621" y="-2839081"/>
          <a:ext cx="837972" cy="6729984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high standards in terms of quality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77 Distribution Companies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22 – 23 cents per kWh</a:t>
          </a:r>
        </a:p>
      </dsp:txBody>
      <dsp:txXfrm rot="-5400000">
        <a:off x="3785615" y="147831"/>
        <a:ext cx="6689078" cy="756160"/>
      </dsp:txXfrm>
    </dsp:sp>
    <dsp:sp modelId="{9CCCCEF9-608C-47A2-97D3-2C7B68417412}">
      <dsp:nvSpPr>
        <dsp:cNvPr id="0" name=""/>
        <dsp:cNvSpPr/>
      </dsp:nvSpPr>
      <dsp:spPr>
        <a:xfrm>
          <a:off x="0" y="2177"/>
          <a:ext cx="3785616" cy="104746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89535" rIns="179070" bIns="89535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Finland</a:t>
          </a:r>
        </a:p>
      </dsp:txBody>
      <dsp:txXfrm>
        <a:off x="51133" y="53310"/>
        <a:ext cx="3683350" cy="945199"/>
      </dsp:txXfrm>
    </dsp:sp>
    <dsp:sp modelId="{0BECD4D4-8344-4908-9D9A-774C02E3B09C}">
      <dsp:nvSpPr>
        <dsp:cNvPr id="0" name=""/>
        <dsp:cNvSpPr/>
      </dsp:nvSpPr>
      <dsp:spPr>
        <a:xfrm rot="5400000">
          <a:off x="6731621" y="-1739242"/>
          <a:ext cx="837972" cy="6729984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Lower standards in terms of quality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6 Distribution Companies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3,5 - 10 cents per kWh</a:t>
          </a:r>
        </a:p>
      </dsp:txBody>
      <dsp:txXfrm rot="-5400000">
        <a:off x="3785615" y="1247670"/>
        <a:ext cx="6689078" cy="756160"/>
      </dsp:txXfrm>
    </dsp:sp>
    <dsp:sp modelId="{D8E312FA-B4A6-4DA5-9108-BF735B8356D3}">
      <dsp:nvSpPr>
        <dsp:cNvPr id="0" name=""/>
        <dsp:cNvSpPr/>
      </dsp:nvSpPr>
      <dsp:spPr>
        <a:xfrm>
          <a:off x="0" y="1102016"/>
          <a:ext cx="3785616" cy="104746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89535" rIns="179070" bIns="89535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Bangladesh</a:t>
          </a:r>
        </a:p>
      </dsp:txBody>
      <dsp:txXfrm>
        <a:off x="51133" y="1153149"/>
        <a:ext cx="3683350" cy="945199"/>
      </dsp:txXfrm>
    </dsp:sp>
    <dsp:sp modelId="{9C79A395-EAD3-49F8-A44A-5BD2290E3531}">
      <dsp:nvSpPr>
        <dsp:cNvPr id="0" name=""/>
        <dsp:cNvSpPr/>
      </dsp:nvSpPr>
      <dsp:spPr>
        <a:xfrm rot="5400000">
          <a:off x="6731621" y="-639403"/>
          <a:ext cx="837972" cy="6729984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high standards in terms of quality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115 Distribution Companies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Mostly 400V and 10kV and 20kV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21 – 29 cents per kWh</a:t>
          </a:r>
        </a:p>
      </dsp:txBody>
      <dsp:txXfrm rot="-5400000">
        <a:off x="3785615" y="2347509"/>
        <a:ext cx="6689078" cy="756160"/>
      </dsp:txXfrm>
    </dsp:sp>
    <dsp:sp modelId="{09DCEC05-D3F0-47FC-AAA3-C784D9B0121B}">
      <dsp:nvSpPr>
        <dsp:cNvPr id="0" name=""/>
        <dsp:cNvSpPr/>
      </dsp:nvSpPr>
      <dsp:spPr>
        <a:xfrm>
          <a:off x="0" y="2201855"/>
          <a:ext cx="3785616" cy="104746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89535" rIns="179070" bIns="89535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Austria</a:t>
          </a:r>
        </a:p>
      </dsp:txBody>
      <dsp:txXfrm>
        <a:off x="51133" y="2252988"/>
        <a:ext cx="3683350" cy="945199"/>
      </dsp:txXfrm>
    </dsp:sp>
    <dsp:sp modelId="{52DEF9A4-2BEF-472B-A88C-CE534AD0FA3C}">
      <dsp:nvSpPr>
        <dsp:cNvPr id="0" name=""/>
        <dsp:cNvSpPr/>
      </dsp:nvSpPr>
      <dsp:spPr>
        <a:xfrm rot="5400000">
          <a:off x="6731621" y="460435"/>
          <a:ext cx="837972" cy="6729984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Voltage and Frequency</a:t>
          </a:r>
        </a:p>
      </dsp:txBody>
      <dsp:txXfrm rot="-5400000">
        <a:off x="3785615" y="3447347"/>
        <a:ext cx="6689078" cy="756160"/>
      </dsp:txXfrm>
    </dsp:sp>
    <dsp:sp modelId="{5A497D7E-9F0C-4E3F-A641-6EC711598EDB}">
      <dsp:nvSpPr>
        <dsp:cNvPr id="0" name=""/>
        <dsp:cNvSpPr/>
      </dsp:nvSpPr>
      <dsp:spPr>
        <a:xfrm>
          <a:off x="0" y="3301694"/>
          <a:ext cx="3785616" cy="104746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89535" rIns="179070" bIns="89535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Similarities</a:t>
          </a:r>
        </a:p>
      </dsp:txBody>
      <dsp:txXfrm>
        <a:off x="51133" y="3352827"/>
        <a:ext cx="3683350" cy="9451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D05C98-B0BA-44D9-F9F2-0AACA04CE8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85DA9A2-1E8E-579E-B44C-A480C2E3C2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2C0E08C-B9E9-67D6-5358-AA9F2AC00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B329-6D71-4301-B163-D81DAD561ACA}" type="datetimeFigureOut">
              <a:rPr lang="de-AT" smtClean="0"/>
              <a:t>14.09.2026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17D8FF7-C05A-B3AB-5608-CCBDB0517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D3EBB9A-8ADC-3411-A1CB-AC461A7A0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9600-41C1-4950-B1FD-0C73D7C9BE5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77991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76C570-34E6-3F94-01E1-A6287BCEC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B1FA464-21FA-6CE5-B829-F8F38D9E3A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915F3D-E14A-1C97-A6FF-C42F28A94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B329-6D71-4301-B163-D81DAD561ACA}" type="datetimeFigureOut">
              <a:rPr lang="de-AT" smtClean="0"/>
              <a:t>14.09.2026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BB34B6F-BF3D-9BAE-5497-5E13F4B5E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2C8C19B-64A7-1FC2-EE7E-8CA282534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9600-41C1-4950-B1FD-0C73D7C9BE5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12147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6B4C7C-72BF-EDD8-C32D-51952D0A2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7296C04-BE7D-C5C9-8117-F64047EA7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ACAECD-9747-CA64-2E03-FB03DD0B1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B329-6D71-4301-B163-D81DAD561ACA}" type="datetimeFigureOut">
              <a:rPr lang="de-AT" smtClean="0"/>
              <a:t>14.09.2026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CBA6FB-4630-0387-7F96-27B64C1CF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292A5BA-569C-B370-89A2-D52F626B1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9600-41C1-4950-B1FD-0C73D7C9BE5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71964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B259E2-D0E3-AD37-BF40-4D11A8E62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2F3A761-6F4D-7F7D-01F0-8E8F959B6B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D7D6D76-18EE-4003-5371-CABFFF10A2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B76CDE6-DDD8-9B9C-FB6B-05A6DCE74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B329-6D71-4301-B163-D81DAD561ACA}" type="datetimeFigureOut">
              <a:rPr lang="de-AT" smtClean="0"/>
              <a:t>14.09.2026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84ED010-ED5E-33D4-A1D3-279AAE06F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BBD4503-6CB8-D2D4-BEB8-1016E2E0B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9600-41C1-4950-B1FD-0C73D7C9BE5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72190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3FA1FA-26A4-8B55-40D8-57323900D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2395C4F-CE99-5D63-0BE7-A9CC5813C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AC1CE8C-EA9E-FEF3-56C4-D4F6D1BAED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CD980B4-37D6-4FE1-C5EC-DF19B66302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A51B093-C1D3-715E-278A-A5E9205241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C7AFC90-7809-5864-44A5-BE6BDD8AE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B329-6D71-4301-B163-D81DAD561ACA}" type="datetimeFigureOut">
              <a:rPr lang="de-AT" smtClean="0"/>
              <a:t>14.09.2026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7C65A09-42A5-6A9F-6EC6-6DA8438E0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69176A0-AC5D-A924-198A-EDCDC0126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9600-41C1-4950-B1FD-0C73D7C9BE5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99089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8C2E32-4BAE-2565-1578-BEE257B2C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593B236-E579-E233-2C5A-269B6A816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B329-6D71-4301-B163-D81DAD561ACA}" type="datetimeFigureOut">
              <a:rPr lang="de-AT" smtClean="0"/>
              <a:t>14.09.2026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CF1ACBE-0811-0815-F692-25B15CB96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685A5C4-40F3-5684-E598-3A3BC8D54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9600-41C1-4950-B1FD-0C73D7C9BE5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93769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A18DBA8-AA94-239C-E899-8A591FFA8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B329-6D71-4301-B163-D81DAD561ACA}" type="datetimeFigureOut">
              <a:rPr lang="de-AT" smtClean="0"/>
              <a:t>14.09.2026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9B2AD5E-F512-D726-4722-E189E54B9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279B6F1-14FB-1901-623A-7852414C6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9600-41C1-4950-B1FD-0C73D7C9BE5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4032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56A0D3-ABC3-9CA5-A078-ECF059065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31F15FC-CDA8-296B-DA02-D50D501C94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B8B581C-AD7D-203B-63F1-25881A13D7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5B4A426-307B-0755-F0F3-837C68C7E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B329-6D71-4301-B163-D81DAD561ACA}" type="datetimeFigureOut">
              <a:rPr lang="de-AT" smtClean="0"/>
              <a:t>14.09.2026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3FD1AEC-D868-4EAD-2979-D0F8F74C6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620E1D7-EF87-2A29-1412-8612C77CB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9600-41C1-4950-B1FD-0C73D7C9BE5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65306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3D1595-575B-2EA1-EB06-7015EA480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AEA6BAB-918B-042B-3D7D-B3C0459B22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B5A78E5-1948-062F-8398-619D47B7B9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1CEB8D8-F4D6-3F49-0B23-59324CFC6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B329-6D71-4301-B163-D81DAD561ACA}" type="datetimeFigureOut">
              <a:rPr lang="de-AT" smtClean="0"/>
              <a:t>14.09.2026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9533ECB-A35F-7250-A0CD-3280F2656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E0E52A7-284D-8CB5-9604-194A09A1F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9600-41C1-4950-B1FD-0C73D7C9BE5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58036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19FA6D-C6D6-77F5-FC37-55B1EFE65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6043319-E84F-D3E4-B8B0-9EB32E9C38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1D6FB86-BCD7-5E1E-9720-329AB395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B329-6D71-4301-B163-D81DAD561ACA}" type="datetimeFigureOut">
              <a:rPr lang="de-AT" smtClean="0"/>
              <a:t>14.09.2026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9FB831B-0D7A-68A3-A9BE-C863F2245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827D48-77DC-DA93-679E-65FC4A71F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9600-41C1-4950-B1FD-0C73D7C9BE5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99728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F1EB0B6-A855-47AE-66B5-F63435B1A7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594EE55-BA6C-BEE4-DBE7-E6E0EDF175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3028E64-22FA-ECF3-ED88-1C5A33849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B329-6D71-4301-B163-D81DAD561ACA}" type="datetimeFigureOut">
              <a:rPr lang="de-AT" smtClean="0"/>
              <a:t>14.09.2026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BED2F66-FA6D-FD68-E218-35CD5CB32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8E1B4DF-BF01-8CF4-5EDE-26A482849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9600-41C1-4950-B1FD-0C73D7C9BE5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25062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91E46D5-BBF7-250A-E2BA-9CCF8D7F2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F76C8FF-3724-CB20-FD29-5A8E13EC54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A9B15F-628B-AE38-AADA-EEB79A3823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07B329-6D71-4301-B163-D81DAD561ACA}" type="datetimeFigureOut">
              <a:rPr lang="de-AT" smtClean="0"/>
              <a:t>14.09.2026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3D61304-B093-18D4-79AF-5EAF14A77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5CF1305-A187-87AC-16D7-11613CA89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A09600-41C1-4950-B1FD-0C73D7C9BE5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16218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Wärmekraftwerk">
            <a:extLst>
              <a:ext uri="{FF2B5EF4-FFF2-40B4-BE49-F238E27FC236}">
                <a16:creationId xmlns:a16="http://schemas.microsoft.com/office/drawing/2014/main" id="{ADBC3ED7-3D75-CB09-AAD6-0C210E2409D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25000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8DD547F-CA8A-C404-EF4B-907B23E012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 noProof="0">
                <a:solidFill>
                  <a:srgbClr val="FFFFFF"/>
                </a:solidFill>
              </a:rPr>
              <a:t>Power Quality in electrical distribution systems and buildings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F1DCC74-3190-C5ED-FFD3-10814BF965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endParaRPr lang="en-US" noProof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82280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bbildung von Häuser in verschiedenen Positionen und Größen">
            <a:extLst>
              <a:ext uri="{FF2B5EF4-FFF2-40B4-BE49-F238E27FC236}">
                <a16:creationId xmlns:a16="http://schemas.microsoft.com/office/drawing/2014/main" id="{654A20D4-2FA1-856E-132F-ED350C4C6AD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673483A-EF70-5B5A-D9B0-0E3090F72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noProof="0">
                <a:solidFill>
                  <a:srgbClr val="FFFFFF"/>
                </a:solidFill>
              </a:rPr>
              <a:t>Main ideas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3B0668-E1AC-0E2A-072A-E54172A32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Reliable Delivery to homes, buildings and industries with the: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Right Voltage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Right Frequency</a:t>
            </a:r>
          </a:p>
          <a:p>
            <a:r>
              <a:rPr lang="en-US" dirty="0">
                <a:solidFill>
                  <a:srgbClr val="FFFFFF"/>
                </a:solidFill>
              </a:rPr>
              <a:t>Consideration of Harmonic Distortion</a:t>
            </a:r>
          </a:p>
          <a:p>
            <a:r>
              <a:rPr lang="en-US" dirty="0">
                <a:solidFill>
                  <a:srgbClr val="FFFFFF"/>
                </a:solidFill>
              </a:rPr>
              <a:t>Higher Sensitivity of Modern Devices</a:t>
            </a:r>
          </a:p>
          <a:p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71539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Installation von Solarmodulen">
            <a:extLst>
              <a:ext uri="{FF2B5EF4-FFF2-40B4-BE49-F238E27FC236}">
                <a16:creationId xmlns:a16="http://schemas.microsoft.com/office/drawing/2014/main" id="{1137A4FE-195B-A149-3EAA-BF3BDC84232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b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09D3642-5246-4640-ADA3-3C8F19A2A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noProof="0">
                <a:solidFill>
                  <a:srgbClr val="FFFFFF"/>
                </a:solidFill>
              </a:rPr>
              <a:t>Relevance for engineering professionals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91C9F1-CCE3-847F-2CAF-E1B7EA258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noProof="0">
                <a:solidFill>
                  <a:srgbClr val="FFFFFF"/>
                </a:solidFill>
              </a:rPr>
              <a:t>Reliability</a:t>
            </a:r>
          </a:p>
          <a:p>
            <a:r>
              <a:rPr lang="en-US">
                <a:solidFill>
                  <a:srgbClr val="FFFFFF"/>
                </a:solidFill>
              </a:rPr>
              <a:t>Safety</a:t>
            </a:r>
          </a:p>
          <a:p>
            <a:r>
              <a:rPr lang="en-US" noProof="0">
                <a:solidFill>
                  <a:srgbClr val="FFFFFF"/>
                </a:solidFill>
              </a:rPr>
              <a:t>Overvoltage (cause of Photovoltaic Systems)</a:t>
            </a:r>
          </a:p>
          <a:p>
            <a:pPr lvl="1"/>
            <a:r>
              <a:rPr lang="en-US" noProof="0">
                <a:solidFill>
                  <a:srgbClr val="FFFFFF"/>
                </a:solidFill>
              </a:rPr>
              <a:t>The </a:t>
            </a:r>
            <a:r>
              <a:rPr lang="en-US">
                <a:solidFill>
                  <a:srgbClr val="FFFFFF"/>
                </a:solidFill>
              </a:rPr>
              <a:t>system changes from mono-directional to bi-directional</a:t>
            </a:r>
            <a:endParaRPr lang="en-US" noProof="0">
              <a:solidFill>
                <a:srgbClr val="FFFFFF"/>
              </a:solidFill>
            </a:endParaRPr>
          </a:p>
          <a:p>
            <a:r>
              <a:rPr lang="en-US" noProof="0">
                <a:solidFill>
                  <a:srgbClr val="FFFFFF"/>
                </a:solidFill>
              </a:rPr>
              <a:t>Energy Efficiency</a:t>
            </a:r>
          </a:p>
          <a:p>
            <a:pPr lvl="1"/>
            <a:r>
              <a:rPr lang="en-US">
                <a:solidFill>
                  <a:srgbClr val="FFFFFF"/>
                </a:solidFill>
              </a:rPr>
              <a:t>With unbalanced Phases energy losses are expected</a:t>
            </a:r>
          </a:p>
          <a:p>
            <a:endParaRPr lang="en-US" noProof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78773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Rauch von einer Fabrik">
            <a:extLst>
              <a:ext uri="{FF2B5EF4-FFF2-40B4-BE49-F238E27FC236}">
                <a16:creationId xmlns:a16="http://schemas.microsoft.com/office/drawing/2014/main" id="{DF2DD062-1EAF-58BE-5662-EC3E642C935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6398B09-4896-C634-C887-19D97A719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noProof="0">
                <a:solidFill>
                  <a:srgbClr val="FFFFFF"/>
                </a:solidFill>
              </a:rPr>
              <a:t>Examples of professional situations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E37D4BFF-0FF5-8805-512F-AC0C53A01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noProof="0">
                <a:solidFill>
                  <a:srgbClr val="FFFFFF"/>
                </a:solidFill>
              </a:rPr>
              <a:t>Designing Powerplants</a:t>
            </a:r>
          </a:p>
          <a:p>
            <a:r>
              <a:rPr lang="en-US" noProof="0">
                <a:solidFill>
                  <a:srgbClr val="FFFFFF"/>
                </a:solidFill>
              </a:rPr>
              <a:t>Designing of Substations</a:t>
            </a:r>
          </a:p>
          <a:p>
            <a:r>
              <a:rPr lang="en-US" noProof="0">
                <a:solidFill>
                  <a:srgbClr val="FFFFFF"/>
                </a:solidFill>
              </a:rPr>
              <a:t>Compliance with the Standards</a:t>
            </a:r>
          </a:p>
          <a:p>
            <a:r>
              <a:rPr lang="en-US" noProof="0">
                <a:solidFill>
                  <a:srgbClr val="FFFFFF"/>
                </a:solidFill>
              </a:rPr>
              <a:t>Choosing the right Voltage for Transmission</a:t>
            </a:r>
          </a:p>
          <a:p>
            <a:r>
              <a:rPr lang="en-US" noProof="0">
                <a:solidFill>
                  <a:srgbClr val="FFFFFF"/>
                </a:solidFill>
              </a:rPr>
              <a:t>Choosing the right Transmission type (over head lines or Cables (burried in the Earth))</a:t>
            </a:r>
          </a:p>
        </p:txBody>
      </p:sp>
    </p:spTree>
    <p:extLst>
      <p:ext uri="{BB962C8B-B14F-4D97-AF65-F5344CB8AC3E}">
        <p14:creationId xmlns:p14="http://schemas.microsoft.com/office/powerpoint/2010/main" val="36770101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5">
            <a:extLst>
              <a:ext uri="{FF2B5EF4-FFF2-40B4-BE49-F238E27FC236}">
                <a16:creationId xmlns:a16="http://schemas.microsoft.com/office/drawing/2014/main" id="{3FF87978-5E86-8AEE-4293-315E45F22C5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500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0A9C3CE-7D69-FF96-D58E-CC3BBC685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noProof="0" dirty="0"/>
              <a:t>Similarities and differences in different countries</a:t>
            </a:r>
          </a:p>
        </p:txBody>
      </p:sp>
      <p:graphicFrame>
        <p:nvGraphicFramePr>
          <p:cNvPr id="9" name="Inhaltsplatzhalter 2">
            <a:extLst>
              <a:ext uri="{FF2B5EF4-FFF2-40B4-BE49-F238E27FC236}">
                <a16:creationId xmlns:a16="http://schemas.microsoft.com/office/drawing/2014/main" id="{D9E5EDBD-B0BE-50B9-501A-0DF46E9D48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286426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33780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</Words>
  <Application>Microsoft Office PowerPoint</Application>
  <PresentationFormat>Breitbild</PresentationFormat>
  <Paragraphs>36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</vt:lpstr>
      <vt:lpstr>Power Quality in electrical distribution systems and buildings</vt:lpstr>
      <vt:lpstr>Main ideas</vt:lpstr>
      <vt:lpstr>Relevance for engineering professionals</vt:lpstr>
      <vt:lpstr>Examples of professional situations</vt:lpstr>
      <vt:lpstr>Similarities and differences in different countries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LAMPERT Mathias</dc:creator>
  <cp:lastModifiedBy>LAMPERT Mathias</cp:lastModifiedBy>
  <cp:revision>1</cp:revision>
  <dcterms:created xsi:type="dcterms:W3CDTF">2026-09-14T08:53:08Z</dcterms:created>
  <dcterms:modified xsi:type="dcterms:W3CDTF">2026-09-14T09:46:54Z</dcterms:modified>
</cp:coreProperties>
</file>